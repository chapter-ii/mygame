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report_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76656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76656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PROJECT STATUS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5669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指挥官战术对抗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俯视角 · 千人独立模拟 · 自然语言指挥的单人战术游戏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46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背景 · 关键进展 · 风险 · 下一步计划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114800"/>
            <a:ext cx="1325880" cy="77724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224528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版本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4988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1.0.0 开发中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57400" y="4114800"/>
            <a:ext cx="1325880" cy="77724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94560" y="4224528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平台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44988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Win / Linux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4114800"/>
            <a:ext cx="1325880" cy="77724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1880" y="4224528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团队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44988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2 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92040" y="4114800"/>
            <a:ext cx="1325880" cy="77724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4224528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日期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44988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2026-09-09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12648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来源：myplan.md / PRODUCT.md / CHANGELOG.md / team-collaboration-plan.md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项目背景：一局 10 分钟的千人战场指挥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让玩家以将领身份统筹真实独立的士兵，而不是操作抽象兵团数字。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2697480" cy="123444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500 ×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默认双方独立单位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417320"/>
            <a:ext cx="2697480" cy="123444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15544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~10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目标对局节奏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17320"/>
            <a:ext cx="2697480" cy="123444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5544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30+ FPS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默认规模帧率门槛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6840" y="1417320"/>
            <a:ext cx="2697480" cy="123444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89720" y="15544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85D4C"/>
                </a:solidFill>
                <a:latin typeface="Microsoft YaHei"/>
                <a:ea typeface="Microsoft YaHei"/>
                <a:cs typeface="Microsoft YaHei"/>
              </a:rPr>
              <a:t>离线可玩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无网 / 无 LLM 完整对局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926080"/>
            <a:ext cx="3611880" cy="169164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2926080"/>
            <a:ext cx="73152" cy="1691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3090672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核心体验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3456432"/>
            <a:ext cx="3200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宏观指挥：士兵接敌自动战斗
自然语言：语音/文字 → 结构化军令
信息战争：双方独立永久探索迷雾
地形工程：架桥 · 造船 · 建塔 · 开路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2926080"/>
            <a:ext cx="3611880" cy="169164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7680" y="2926080"/>
            <a:ext cx="73152" cy="169164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53712" y="3090672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产品定位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3456432"/>
            <a:ext cx="3200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可验证的自然语言指挥
一千名独立士兵公平交战
失败可恢复：歧义、断网、缺设备均有下一步
品牌气质：冷峻、克制、可信的夜间军令台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2926080"/>
            <a:ext cx="3611880" cy="169164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92440" y="292608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48472" y="3090672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V1.0 边界内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48472" y="3456432"/>
            <a:ext cx="3200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单人 vs 本地 AI
完整兵种 / 村庄 / 工程
设置、教程、统计、结算、存档回放
Win + Linux 窗口化与全屏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846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定位来源：PRODUCT.md / myplan.md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446520"/>
            <a:ext cx="11155680" cy="1270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指挥官战术对抗 · 项目汇报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51052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02 / 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产品主张：可验证的指挥，而不是按钮堆砌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每条命令都必须能看见理解结果、执行状态或失败原因。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11155680" cy="8686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1848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554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战况优先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618488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地图、可见敌情与当前任务永远拥有最高视觉优先级。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377440"/>
            <a:ext cx="11155680" cy="8686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57860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514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命令可追溯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578608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识别文本 → 结构化结果 → 合法性 → 执行状态连续反馈。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337560"/>
            <a:ext cx="11155680" cy="8686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53872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4747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公平可证明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538728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界面、音效、统计与 AI 只消费阵营可见信息。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297680"/>
            <a:ext cx="11155680" cy="8686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49884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4348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熟悉而高效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498848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策略玩家熟悉的框选、编组、攻击移动与摄像机。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257800"/>
            <a:ext cx="11155680" cy="8686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45896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5394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失败可恢复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5458968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无效命令、断网、设备缺失、存档不兼容都给出下一步。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446520"/>
            <a:ext cx="11155680" cy="1270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指挥官战术对抗 · 项目汇报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51052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03 / 09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关键进展：三日连打从机制到体验的补全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CHANGELOG 工作日志显示：09-07 AI/命令 → 09-08 机制与显示 → 09-09 单位、征兵与自动作战。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5156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3000" y="2194560"/>
            <a:ext cx="320040" cy="3200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3200400" cy="17830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880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09-07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33756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AI 增强 · IME · 建议器
复合指令 · 高 DPI · 50 测试</a:t>
            </a:r>
          </a:p>
        </p:txBody>
      </p:sp>
      <p:sp>
        <p:nvSpPr>
          <p:cNvPr id="9" name="Oval 8"/>
          <p:cNvSpPr/>
          <p:nvPr/>
        </p:nvSpPr>
        <p:spPr>
          <a:xfrm>
            <a:off x="4617720" y="2194560"/>
            <a:ext cx="320040" cy="32004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97680" y="2743200"/>
            <a:ext cx="3200400" cy="17830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2880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09-08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333756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永久迷雾 · 河流硬阻挡
地形菜单 · HUD · 性能缓存</a:t>
            </a:r>
          </a:p>
        </p:txBody>
      </p:sp>
      <p:sp>
        <p:nvSpPr>
          <p:cNvPr id="13" name="Oval 12"/>
          <p:cNvSpPr/>
          <p:nvPr/>
        </p:nvSpPr>
        <p:spPr>
          <a:xfrm>
            <a:off x="8092440" y="2194560"/>
            <a:ext cx="320040" cy="32004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72400" y="2743200"/>
            <a:ext cx="3200400" cy="17830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01000" y="2880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09-09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333756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曲流地图 · 征兵训练
自动作战 · 桥梁工程量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800600"/>
            <a:ext cx="11155680" cy="1325880"/>
          </a:xfrm>
          <a:prstGeom prst="roundRect">
            <a:avLst>
              <a:gd name="adj" fmla="val 8000"/>
            </a:avLst>
          </a:prstGeom>
          <a:solidFill>
            <a:srgbClr val="1B2A42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937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阶段对照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4937760"/>
            <a:ext cx="9235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阶段 0–5 核心能力基本落地（性能原型、对战闭环、迷雾地形、兵种工程、指挥系统、本地 AI）；
阶段 6–7 语音/大模型与存回放已有可选与可用路径；阶段 8 体验完善进行中。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446520"/>
            <a:ext cx="11155680" cy="1270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指挥官战术对抗 · 项目汇报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51052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04 / 09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已交付能力：一局可完整游玩的功能矩阵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097280"/>
            <a:ext cx="11155680" cy="77724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91440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9844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战场与地图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298448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连续曲流、六村庄、种子复现、180° 对称、永久探索迷雾、缩略图导航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65960"/>
            <a:ext cx="11155680" cy="77724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965960"/>
            <a:ext cx="91440" cy="77724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671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兵种与编制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167128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将领+4 护卫；步兵/侦察/工兵/刺客/预备兵；编组命名；鼠标底栏快捷选兵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834640"/>
            <a:ext cx="11155680" cy="77724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834640"/>
            <a:ext cx="91440" cy="7772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0358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工程设施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035808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架桥（按河宽算工程量）、造船登岸、砍树开路、防御塔驻军转弓箭手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703320"/>
            <a:ext cx="11155680" cy="77724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703320"/>
            <a:ext cx="91440" cy="777240"/>
          </a:xfrm>
          <a:prstGeom prst="rect">
            <a:avLst/>
          </a:prstGeom>
          <a:solidFill>
            <a:srgbClr val="E85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90448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指挥输入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3904488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中文规则命令、复合指令、建议补全、歧义候选；可选语音与在线大模型解析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572000"/>
            <a:ext cx="11155680" cy="77724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4572000"/>
            <a:ext cx="91440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77316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敌方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4773168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战略/战术分层、三档难度、自动作战、信息隔离、将领阵亡适应策略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440680"/>
            <a:ext cx="11155680" cy="77724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5440680"/>
            <a:ext cx="91440" cy="77724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64184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系统与发行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5641848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存档/回放、设置、统计结算、PyInstaller、CI/Release 双平台打包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446520"/>
            <a:ext cx="11155680" cy="1270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指挥官战术对抗 · 项目汇报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51052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05 / 09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技术与质量：分层架构 + 可验证的公平与性能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097280"/>
            <a:ext cx="5120640" cy="6400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6187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表现层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2618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Pygame 渲染 / HUD / 回放 UI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" y="1810512"/>
            <a:ext cx="5120640" cy="640080"/>
          </a:xfrm>
          <a:prstGeom prst="roundRect">
            <a:avLst>
              <a:gd name="adj" fmla="val 8000"/>
            </a:avLst>
          </a:prstGeom>
          <a:solidFill>
            <a:srgbClr val="1B2A42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97510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输入层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93392" y="197510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语音 · 文字 · 鼠标 · 键盘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" y="2523744"/>
            <a:ext cx="5120640" cy="6400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268833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命令层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66544" y="268833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结构化命令 · 校验 · 队列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" y="3236976"/>
            <a:ext cx="5120640" cy="640080"/>
          </a:xfrm>
          <a:prstGeom prst="roundRect">
            <a:avLst>
              <a:gd name="adj" fmla="val 8000"/>
            </a:avLst>
          </a:prstGeom>
          <a:solidFill>
            <a:srgbClr val="1B2A42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" y="340156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AI 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39696" y="340156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本地战略/战术 · 大模型适配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" y="3950208"/>
            <a:ext cx="5120640" cy="6400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" y="4114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感知层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12848" y="41148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战争迷雾 · 观察快照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663440"/>
            <a:ext cx="5120640" cy="640080"/>
          </a:xfrm>
          <a:prstGeom prst="roundRect">
            <a:avLst>
              <a:gd name="adj" fmla="val 8000"/>
            </a:avLst>
          </a:prstGeom>
          <a:solidFill>
            <a:srgbClr val="1B2A42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82803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模拟层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482803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固定时间步 · 单位/战斗/工程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1832" y="5376672"/>
            <a:ext cx="5120640" cy="6400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24712" y="554126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持久化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59152" y="554126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存档 · 回放 · 设置 · 统计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35040" y="1097280"/>
            <a:ext cx="5623560" cy="502920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质量与工程信号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182880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▸  依赖方向强制：模拟层不依赖 UI/网络/麦克风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▸  AI 与界面只读 ObservationSnapshot，防信息泄漏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▸  pytest 单元/集成/性能 + ruff + mypy strict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▸  benchmark_soak 长压；空间哈希与流场寻路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▸  MessagePack + Zstd 原子存档，带版本魔数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▸  语音与 DeepSeek 为可选能力，基础包可离线运行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▸  像素资产程序化可再生成，缺失自动回退占位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446520"/>
            <a:ext cx="11155680" cy="1270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指挥官战术对抗 · 项目汇报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51052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06 / 09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风险与应对：把不确定性压进可控路径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310896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风险</a:t>
            </a:r>
          </a:p>
        </p:txBody>
      </p:sp>
      <p:sp>
        <p:nvSpPr>
          <p:cNvPr id="5" name="Rectangle 4"/>
          <p:cNvSpPr/>
          <p:nvPr/>
        </p:nvSpPr>
        <p:spPr>
          <a:xfrm>
            <a:off x="3611880" y="1097280"/>
            <a:ext cx="256032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49040" y="11887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影响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097280"/>
            <a:ext cx="548640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1887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应对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554480"/>
            <a:ext cx="3108960" cy="640080"/>
          </a:xfrm>
          <a:prstGeom prst="rect">
            <a:avLst/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5D4C"/>
                </a:solidFill>
                <a:latin typeface="Microsoft YaHei"/>
                <a:ea typeface="Microsoft YaHei"/>
                <a:cs typeface="Microsoft YaHei"/>
              </a:rPr>
              <a:t>千人寻路与碰撞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11880" y="1554480"/>
            <a:ext cx="2560320" cy="640080"/>
          </a:xfrm>
          <a:prstGeom prst="rect">
            <a:avLst/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40" y="169164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帧率不足 / 卡顿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554480"/>
            <a:ext cx="5486400" cy="640080"/>
          </a:xfrm>
          <a:prstGeom prst="rect">
            <a:avLst/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691640"/>
            <a:ext cx="5257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性能原型优先；空间划分、共享路径、分频更新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194560"/>
            <a:ext cx="3108960" cy="640080"/>
          </a:xfrm>
          <a:prstGeom prst="rect">
            <a:avLst/>
          </a:prstGeom>
          <a:solidFill>
            <a:srgbClr val="1B2A42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331720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5D4C"/>
                </a:solidFill>
                <a:latin typeface="Microsoft YaHei"/>
                <a:ea typeface="Microsoft YaHei"/>
                <a:cs typeface="Microsoft YaHei"/>
              </a:rPr>
              <a:t>窄口与桥面拥堵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11880" y="2194560"/>
            <a:ext cx="2560320" cy="640080"/>
          </a:xfrm>
          <a:prstGeom prst="rect">
            <a:avLst/>
          </a:prstGeom>
          <a:solidFill>
            <a:srgbClr val="1B2A42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40" y="233172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单位卡死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2194560"/>
            <a:ext cx="5486400" cy="640080"/>
          </a:xfrm>
          <a:prstGeom prst="rect">
            <a:avLst/>
          </a:prstGeom>
          <a:solidFill>
            <a:srgbClr val="1B2A42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2331720"/>
            <a:ext cx="5257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弹性碰撞、局部绕行、桥栏通行区约束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834640"/>
            <a:ext cx="3108960" cy="640080"/>
          </a:xfrm>
          <a:prstGeom prst="rect">
            <a:avLst/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971800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5D4C"/>
                </a:solidFill>
                <a:latin typeface="Microsoft YaHei"/>
                <a:ea typeface="Microsoft YaHei"/>
                <a:cs typeface="Microsoft YaHei"/>
              </a:rPr>
              <a:t>AI 服务延迟断网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11880" y="2834640"/>
            <a:ext cx="2560320" cy="640080"/>
          </a:xfrm>
          <a:prstGeom prst="rect">
            <a:avLst/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49040" y="297180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命令无法执行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2834640"/>
            <a:ext cx="5486400" cy="640080"/>
          </a:xfrm>
          <a:prstGeom prst="rect">
            <a:avLst/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2971800"/>
            <a:ext cx="5257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异步请求、自动暂停、离线切换、紧急存档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474720"/>
            <a:ext cx="3108960" cy="640080"/>
          </a:xfrm>
          <a:prstGeom prst="rect">
            <a:avLst/>
          </a:prstGeom>
          <a:solidFill>
            <a:srgbClr val="1B2A42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611880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5D4C"/>
                </a:solidFill>
                <a:latin typeface="Microsoft YaHei"/>
                <a:ea typeface="Microsoft YaHei"/>
                <a:cs typeface="Microsoft YaHei"/>
              </a:rPr>
              <a:t>自然语言理解错误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11880" y="3474720"/>
            <a:ext cx="2560320" cy="640080"/>
          </a:xfrm>
          <a:prstGeom prst="rect">
            <a:avLst/>
          </a:prstGeom>
          <a:solidFill>
            <a:srgbClr val="1B2A42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9040" y="361188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玩家失去控制感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3474720"/>
            <a:ext cx="5486400" cy="640080"/>
          </a:xfrm>
          <a:prstGeom prst="rect">
            <a:avLst/>
          </a:prstGeom>
          <a:solidFill>
            <a:srgbClr val="1B2A42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611880"/>
            <a:ext cx="5257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结构化校验、可见反馈、歧义候选、重新下令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114800"/>
            <a:ext cx="3108960" cy="640080"/>
          </a:xfrm>
          <a:prstGeom prst="rect">
            <a:avLst/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251960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5D4C"/>
                </a:solidFill>
                <a:latin typeface="Microsoft YaHei"/>
                <a:ea typeface="Microsoft YaHei"/>
                <a:cs typeface="Microsoft YaHei"/>
              </a:rPr>
              <a:t>AI 读取隐藏状态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11880" y="4114800"/>
            <a:ext cx="2560320" cy="640080"/>
          </a:xfrm>
          <a:prstGeom prst="rect">
            <a:avLst/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49040" y="42519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破坏公平性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4114800"/>
            <a:ext cx="5486400" cy="640080"/>
          </a:xfrm>
          <a:prstGeom prst="rect">
            <a:avLst/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4251960"/>
            <a:ext cx="5257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强制观察快照、接口隔离、泄漏测试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4754880"/>
            <a:ext cx="3108960" cy="640080"/>
          </a:xfrm>
          <a:prstGeom prst="rect">
            <a:avLst/>
          </a:prstGeom>
          <a:solidFill>
            <a:srgbClr val="1B2A42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892040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5D4C"/>
                </a:solidFill>
                <a:latin typeface="Microsoft YaHei"/>
                <a:ea typeface="Microsoft YaHei"/>
                <a:cs typeface="Microsoft YaHei"/>
              </a:rPr>
              <a:t>回放与实战不一致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11880" y="4754880"/>
            <a:ext cx="2560320" cy="640080"/>
          </a:xfrm>
          <a:prstGeom prst="rect">
            <a:avLst/>
          </a:prstGeom>
          <a:solidFill>
            <a:srgbClr val="1B2A42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49040" y="489204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存回放失效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72200" y="4754880"/>
            <a:ext cx="5486400" cy="640080"/>
          </a:xfrm>
          <a:prstGeom prst="rect">
            <a:avLst/>
          </a:prstGeom>
          <a:solidFill>
            <a:srgbClr val="1B2A42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60" y="4892040"/>
            <a:ext cx="5257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固定时间步、受控随机、事件日志、检查点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5394960"/>
            <a:ext cx="3108960" cy="640080"/>
          </a:xfrm>
          <a:prstGeom prst="rect">
            <a:avLst/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5532120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5D4C"/>
                </a:solidFill>
                <a:latin typeface="Microsoft YaHei"/>
                <a:ea typeface="Microsoft YaHei"/>
                <a:cs typeface="Microsoft YaHei"/>
              </a:rPr>
              <a:t>V1.0 范围偏大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11880" y="5394960"/>
            <a:ext cx="2560320" cy="640080"/>
          </a:xfrm>
          <a:prstGeom prst="rect">
            <a:avLst/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49040" y="553212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周期与联调风险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72200" y="5394960"/>
            <a:ext cx="5486400" cy="640080"/>
          </a:xfrm>
          <a:prstGeom prst="rect">
            <a:avLst/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9360" y="5532120"/>
            <a:ext cx="5257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阶段交付与完成标准；范围外能力仅预留架构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" y="6446520"/>
            <a:ext cx="11155680" cy="1270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指挥官战术对抗 · 项目汇报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15600" y="651052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07 / 09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下一步：从“能玩”走向“可发布验收”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工作重心进入阶段 8 体验完善与阶段 9 V1.0 验收。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3611880" cy="274320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73152" cy="2743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581912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阶段 8 · 体验完善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947672"/>
            <a:ext cx="3200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教程覆盖：选兵 → 编队 → 侦察 → 征兵 → 工程 → 决胜
平衡试玩与数值调参
单位辨识度与操作反馈
窗口化 / 全屏 / 分辨率适配
素材、字体、音效与许可证台账
完成标准：新玩家无需外部文档即可完成一局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417320"/>
            <a:ext cx="3611880" cy="274320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417320"/>
            <a:ext cx="73152" cy="27432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581912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阶段 9 · V1.0 验收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1947672"/>
            <a:ext cx="3200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Windows / Linux 完整功能测试
默认 500v500 长期性能测试
AI 信息隔离与界面侧信道检查
随机地图公平性与种子复现
存档 / 回放一致性与版本兼容
阻断修复 + 可运行构建 + 发布说明
完成标准：满足 V1.0 验收清单全部条件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417320"/>
            <a:ext cx="3611880" cy="274320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417320"/>
            <a:ext cx="73152" cy="2743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8472" y="1581912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明确不做的（预留）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8472" y="1947672"/>
            <a:ext cx="3200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经济 / 资源系统
长线养成与科技树
真人网络对战
战役剧情与多语言
更多兵种与建筑
架构预留接口，V1.0 不实现。
发布节奏：先验收可玩构建，再对外发布。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434840"/>
            <a:ext cx="11155680" cy="1691640"/>
          </a:xfrm>
          <a:prstGeom prst="roundRect">
            <a:avLst>
              <a:gd name="adj" fmla="val 8000"/>
            </a:avLst>
          </a:prstGeom>
          <a:solidFill>
            <a:srgbClr val="1B2A42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617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近期动作建议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983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① 补齐新手教程与指令书闭环　② 完成 500v500 长压与帧率记录　③ 跨平台冒烟 + 存回放一致回归　④ 输出发布说明与素材署名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532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协作提示：公共协议（Command / ObservationSnapshot / GameEvent / SaveSnapshot）变更需双方评审后合入。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446520"/>
            <a:ext cx="11155680" cy="1270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指挥官战术对抗 · 项目汇报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51052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08 / 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280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当前结论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783080"/>
            <a:ext cx="7772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核心对战与指挥闭环已可完整游玩，
双人分层协作与测试基建已就位，
下一里程碑是体验打磨与跨平台 V1.0 验收。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4297680"/>
            <a:ext cx="2697480" cy="128016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480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完整对局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8463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可玩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4297680"/>
            <a:ext cx="2697480" cy="128016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4480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本地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48463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公平隔离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4297680"/>
            <a:ext cx="2697480" cy="128016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4480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离线输入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48463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可完成整局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6840" y="4297680"/>
            <a:ext cx="2697480" cy="128016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89720" y="4480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双平台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48463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打包链路已建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852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谢谢 · 欢迎就范围、平衡与验收标准提出问题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446520"/>
            <a:ext cx="11155680" cy="1270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指挥官战术对抗 · 项目汇报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51052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09 / 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name="CWM73a7ce90a88511f19d76d7bc1d76d6bc" pid="2" fmtid="{D5CDD505-2E9C-101B-9397-08002B2CF9AE}">
    <vt:lpwstr>CWMKuCX5SV1UQL2tw46chOcCHkgHjME0rI0HRBJFFMyFH4dVBmnh2Bbwo/cOPn1ZUe6fzhHtDFD/4IjH68FerVl9w==</vt:lpwstr>
  </property>
</Properties>
</file>