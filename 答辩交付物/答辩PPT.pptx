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 0:00-0:30：各位老师好，我们小组的项目是《指挥官战术对抗》。约10分钟介绍背景、设计、功能、难点与成果。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 0:30-0:50：五部分提纲——背景目标、架构、功能、难点、分工成果。手势轻点，不要逐条念。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P3 0:50-1:50：痛点/机会→定位一句话。下军令不是点小兵；500v500、约10分钟、离线可玩。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 1:50-2:50：必须做到 vs 不做/约束。范围克制是工程判断，不是能力不足。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P5 2:50-4:10：七层+四协议。命令单向驱动；公平靠 ObservationSnapshot 数据边界。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P6 4:10-5:10：地图/迷雾/工程/表现四条。强调未探索区不泄露真实地形。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P7 5:10-6:20 最大亮点：输入→解析→校验→执行→反馈。断网可降级离线。语速稍慢。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P8 6:20-7:10：双层AI+隔离+战术行为。收束句：公平靠接口边界，不靠AI假装看不见。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P9 7:10-8:20 重点页：深挖千人性能+桥面错位/自动作战僵持，其余一句带过。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P10 8:20-8:50：主责+交叉评审。成员A/B换成真名。不要展开每个文件。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P11 8:50-9:30：闭环+测试+双平台。一句话点演示路径：架桥或自然语言指令。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P12 9:30-9:50：诚实说不足，再收一句话总结。不要展开新话题。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P13 9:50-10:00：停顿半秒后致谢，进入问答。可先演示再提问。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defense_cov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949440" y="0"/>
            <a:ext cx="109728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COURSE PROJECT DEFENSE</a:t>
            </a:r>
            <a:endParaRPr sz="12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852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指挥官战术对抗</a:t>
            </a:r>
            <a:endParaRPr sz="40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基于自然语言指挥的千人战术对抗游戏</a:t>
            </a:r>
            <a:endParaRPr sz="16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+ Pygame  ·  Windows / Linux  ·  单人对战 AI</a:t>
            </a:r>
            <a:endParaRPr sz="1300" b="0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3794760"/>
            <a:ext cx="5760720" cy="141732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776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小组成员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4343400"/>
            <a:ext cx="512064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赵凯旋</a:t>
            </a:r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｜ 模拟、性能与工程实现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4754880"/>
            <a:ext cx="512064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卞蕴翰</a:t>
            </a:r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｜ 交互、地图与智能系统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· 小组作业答辩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汇报提纲</a:t>
            </a:r>
            <a:endParaRPr sz="30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2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45920" y="13990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选题背景与目标</a:t>
            </a:r>
            <a:endParaRPr sz="17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0" y="14630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为什么做、做成什么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2221992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2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45920" y="23865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系统设计与架构</a:t>
            </a:r>
            <a:endParaRPr sz="17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0" y="2450592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模块分层与关键协议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3209544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1071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2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45920" y="33741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核心功能展示</a:t>
            </a:r>
            <a:endParaRPr sz="17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0" y="3438144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战场 / 指挥 / AI / 工程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4197096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39826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2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45920" y="43616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技术难点与方案</a:t>
            </a:r>
            <a:endParaRPr sz="17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0" y="4425696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性能、公平性、离线可用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5184648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38581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22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45920" y="5349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分工、成果与总结</a:t>
            </a:r>
            <a:endParaRPr sz="17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0" y="5413248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我们做了什么、还差什么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选题背景：RTS 太“点”，大战略太“远”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我们想做一款“看得见一千名士兵、却只下宏观军令”的指挥官体验。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73152" cy="1097280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6362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 RTS 微操负担重；
抽象兵团数字缺乏战场临场感。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97680" y="141732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731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6362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机会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26280" y="192024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自然语言/语音可降低操作门槛；
固定时间步模拟可支撑千人规模。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6118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73152" cy="10972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6362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玩家价值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当将领下军令，而不是当鼠标点小兵；
信息战、工程与地形成为胜负关键。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27889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971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 vs 500</a:t>
            </a:r>
            <a:endParaRPr sz="20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默认独立士兵规模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337560" y="27889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2971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10 分钟</a:t>
            </a:r>
            <a:endParaRPr sz="20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2044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单局节奏目标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72200" y="27889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971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离线可玩</a:t>
            </a:r>
            <a:endParaRPr sz="20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5508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无网/无 LLM 仍可完整对局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006840" y="2788920"/>
            <a:ext cx="2697480" cy="123444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2971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双平台</a:t>
            </a:r>
            <a:endParaRPr sz="20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8972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Windows / Linux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02920" y="4297680"/>
            <a:ext cx="11155680" cy="1783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526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项目定位一句话</a:t>
            </a:r>
            <a:endParaRPr sz="130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7240" y="4937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可验证的自然语言指挥 + 一千名独立士兵 + 公平战争迷雾下的单人战术对抗。</a:t>
            </a:r>
            <a:endParaRPr sz="16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77240" y="5440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技术路线：Python + Pygame-ce，固定时间步模拟，可选 DeepSeek / 本地语音。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项目目标：V1.0 必须完成一局完整对战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必须做到</a:t>
            </a:r>
            <a:endParaRPr sz="16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500×500 独立单位，固定时间步模拟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将领、护卫与步兵/侦察/工兵/刺客/预备兵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永久探索战争迷雾 + 双方信息隔离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河流硬阻挡，架桥/造船/建塔/开路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文字/鼠标/键盘指挥，语音与大模型可选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本地 AI、存档回放、结算统计、双平台运行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143000"/>
            <a:ext cx="5440680" cy="484632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明确不做 / 约束</a:t>
            </a:r>
            <a:endParaRPr sz="160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不做：经济系统、长线养成、真人联机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不做：战役剧情、多语言、复杂科技树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约束：默认规模最低 30 FPS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约束：断网可离线完成整局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约束：AI 只能读阵营可见快照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约束：第三方素材许可证可追溯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系统架构：七层分层，命令单向驱动模拟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输入与 AI 不能直接改单位，只能提交结构化命令；渲染只读状态。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9144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7218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表现层</a:t>
            </a:r>
            <a:endParaRPr sz="1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94560" y="147218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Pygame 渲染 / HUD / 回放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2039112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39112"/>
            <a:ext cx="9144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8541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输入层</a:t>
            </a:r>
            <a:endParaRPr sz="1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94560" y="218541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 · 文字 · 鼠标 · 键盘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2752344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752344"/>
            <a:ext cx="91440" cy="6400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9864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命令层</a:t>
            </a:r>
            <a:endParaRPr sz="14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94560" y="289864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Command · 校验 · 队列 · 反馈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3465576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465576"/>
            <a:ext cx="91440" cy="6400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11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层</a:t>
            </a:r>
            <a:endParaRPr sz="14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194560" y="3611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 / 战术 · 大模型适配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02920" y="4178808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178808"/>
            <a:ext cx="91440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32511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感知层</a:t>
            </a:r>
            <a:endParaRPr sz="140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94560" y="43251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战争迷雾 · ObservationSnapshot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02920" y="4892040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892040"/>
            <a:ext cx="91440" cy="640080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3834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5D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模拟层</a:t>
            </a:r>
            <a:endParaRPr sz="1400" b="1">
              <a:solidFill>
                <a:srgbClr val="E85D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4560" y="503834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固定时间步 · 单位 / 战斗 / 工程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02920" y="5605272"/>
            <a:ext cx="6766560" cy="6400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605272"/>
            <a:ext cx="91440" cy="640080"/>
          </a:xfrm>
          <a:prstGeom prst="rect">
            <a:avLst/>
          </a:prstGeom>
          <a:solidFill>
            <a:srgbClr val="8B9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75157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持久化</a:t>
            </a:r>
            <a:endParaRPr sz="1400" b="1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94560" y="575157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存档 · 回放 · 设置 · 统计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498079" y="1325880"/>
            <a:ext cx="4160520" cy="22860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79" y="1325880"/>
            <a:ext cx="73152" cy="228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26679" y="1472184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四条关键协议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726679" y="1828800"/>
            <a:ext cx="3794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Command：想做什么
ObservationSnapshot：依法能看见什么
GameEvent：已发生什么
SaveSnapshot：如何完整恢复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498079" y="3794760"/>
            <a:ext cx="4160520" cy="2240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98079" y="3794760"/>
            <a:ext cx="73152" cy="2240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26679" y="3941064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依赖方向（防作弊）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26679" y="4297680"/>
            <a:ext cx="3794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模拟层不依赖 UI / 网络 / 麦克风
AI 只读阵营快照
回放只记结构化命令
公共协议变更需双方评审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 ①：可验证公平的战场与迷雾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9144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</a:t>
            </a:r>
            <a:endParaRPr sz="16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6000" y="141732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连续曲流河宽 4–12 格；草场/森林/沼泽/道路；六座对称村庄；种子可复现、180° 公平。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237744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77440"/>
            <a:ext cx="91440" cy="10972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迷雾</a:t>
            </a:r>
            <a:endParaRPr sz="16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86000" y="265176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永久探索：部队经过像橡皮擦；敌军进入已探索区即显示；未探索区不泄露真实地形。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361188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611880"/>
            <a:ext cx="91440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</a:t>
            </a:r>
            <a:endParaRPr sz="160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00" y="388620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架桥按河宽算工程量；造船渡河；砍树开路；建塔后工兵自动驻塔转弓箭手。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484632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846320"/>
            <a:ext cx="91440" cy="1097280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1663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D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</a:t>
            </a:r>
            <a:endParaRPr sz="1600" b="1">
              <a:solidFill>
                <a:srgbClr val="E85D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86000" y="512064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像素战场最近邻缩放；远景战术符号 / 近景人物贴图；中世纪指挥台 HUD。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 ②：自然语言指挥（项目最大亮点）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语音/文字 → 意图解析 → 结构化命令 → 合法性校验 → 执行与可视反馈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输入</a:t>
            </a:r>
            <a:endParaRPr sz="1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 / 文字 / 鼠标键盘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60320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834640" y="141732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解析</a:t>
            </a:r>
            <a:endParaRPr sz="1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7180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本地规则 / 可选 DeepSeek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92040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166360" y="141732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校验</a:t>
            </a:r>
            <a:endParaRPr sz="1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0352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可见信息与合法性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23760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498080" y="141732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执行</a:t>
            </a:r>
            <a:endParaRPr sz="1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3524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模拟层任务分派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55480" y="1783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8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829800" y="141732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反馈</a:t>
            </a:r>
            <a:endParaRPr sz="1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96696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成功/失败原因可见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02920" y="2926080"/>
            <a:ext cx="6858000" cy="310896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示例军令</a:t>
            </a:r>
            <a:endParaRPr sz="15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7240" y="3566160"/>
            <a:ext cx="6309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第一侦察队前往北部中央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20名初始兵分化为工兵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工兵队在中央架桥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第1组集火敌方将领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第6组进入防御塔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543800" y="2926080"/>
            <a:ext cx="4114800" cy="310896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43800" y="2926080"/>
            <a:ext cx="73152" cy="3108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0" y="3072384"/>
            <a:ext cx="3749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工程细节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72400" y="3429000"/>
            <a:ext cx="3749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中文 IME 候选窗定位
· 复合指令自动切分
· 上下文命令建议补全
· 歧义最多 3 个候选
· 断网：R 重试 / O 离线 / Q 紧急存档
· 指令书说明 AI 能力边界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 ③：本地 AI 与信息隔离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73152" cy="2468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074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双层 AI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战略层 ~2s：目标、分兵、工程、征召
战术层 ~0.25s：接敌、走位、护卫、撤退
难度三档；自动作战可开关，手动随时覆盖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43400" y="123444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234440"/>
            <a:ext cx="73152" cy="24688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38074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信息隔离怎么做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完整战场 → 阵营过滤 → Snapshot → AI/UI
未探索区不显示真实地形
寻路缓存只含己方已知桥
统计与音效不做侧信道泄密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183879" y="1234440"/>
            <a:ext cx="3474720" cy="24688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83879" y="1234440"/>
            <a:ext cx="73152" cy="2468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9" y="138074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战术行为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12479" y="17373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侦察开图绕翼 · 低血后撤
刺客集火将领 · 护卫拦截
将领阵亡后进入拼命模式
工兵按局势：桥 → 船 → 塔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3977639"/>
            <a:ext cx="11155680" cy="205740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公平性设计要点</a:t>
            </a:r>
            <a:endParaRPr sz="14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AI 不读完整战场对象、未发现坐标或对方秘密命令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界面不通过计数、音效泄露迷雾外实时敌情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公平靠数据边界，而不是让 AI“假装看不见”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技术难点：三个我们真正踩过的坑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23774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80360" y="1097280"/>
            <a:ext cx="384048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20840" y="1097280"/>
            <a:ext cx="493776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难点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17520" y="1188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现象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解决方案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237744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360" y="1554480"/>
            <a:ext cx="384048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1554480"/>
            <a:ext cx="493776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1051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千人性能</a:t>
            </a:r>
            <a:endParaRPr sz="1300" b="1">
              <a:solidFill>
                <a:srgbClr val="E85D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17520" y="175564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1000 单位寻路/碰撞导致卡顿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0" y="171907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固定时间步 + 空间哈希 + 流场共享路径 + 分频更新 + 地形缓存</a:t>
            </a:r>
            <a:endParaRPr sz="12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" y="2423160"/>
            <a:ext cx="2377440" cy="8686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80360" y="2423160"/>
            <a:ext cx="3840480" cy="8686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20840" y="2423160"/>
            <a:ext cx="4937760" cy="8686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791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桥面拥堵错位</a:t>
            </a:r>
            <a:endParaRPr sz="1300" b="1">
              <a:solidFill>
                <a:srgbClr val="E85D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17520" y="262432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桥上交战被碰撞推入开放水面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0" y="258775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逐帧渡河合法性校验 + 定向矩形桥面通行区约束</a:t>
            </a:r>
            <a:endParaRPr sz="12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2920" y="3291840"/>
            <a:ext cx="237744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80360" y="3291840"/>
            <a:ext cx="384048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20840" y="3291840"/>
            <a:ext cx="493776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5478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自动作战僵持</a:t>
            </a:r>
            <a:endParaRPr sz="1300" b="1">
              <a:solidFill>
                <a:srgbClr val="E85D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017520" y="349300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桥未完工时改派造船，双方隔河挂机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0" y="345643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工程优先级：优先架桥，未完成不切换造船</a:t>
            </a:r>
            <a:endParaRPr sz="12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2920" y="4160520"/>
            <a:ext cx="2377440" cy="8686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80360" y="4160520"/>
            <a:ext cx="3840480" cy="8686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20840" y="4160520"/>
            <a:ext cx="4937760" cy="868680"/>
          </a:xfrm>
          <a:prstGeom prst="rect">
            <a:avLst/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165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高分屏模糊</a:t>
            </a:r>
            <a:endParaRPr sz="1300" b="1">
              <a:solidFill>
                <a:srgbClr val="E85D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017520" y="436168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文字与像素战场放大后发虚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58000" y="432511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SCALED + 最近邻战场缩放 + 文字按最终分辨率重绘</a:t>
            </a:r>
            <a:endParaRPr sz="12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02920" y="5029200"/>
            <a:ext cx="237744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80360" y="5029200"/>
            <a:ext cx="384048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20840" y="5029200"/>
            <a:ext cx="4937760" cy="868680"/>
          </a:xfrm>
          <a:prstGeom prst="rect">
            <a:avLst/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28523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5D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断网打断体验</a:t>
            </a:r>
            <a:endParaRPr sz="1300" b="1">
              <a:solidFill>
                <a:srgbClr val="E85D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017520" y="523036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大模型/语音失败导致无法继续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858000" y="5193792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本地规则解析器兜底 + 暂停/重试/离线/紧急存档</a:t>
            </a:r>
            <a:endParaRPr sz="12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团队协作：主责模块 + 交叉评审 + 阶段集成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5486400" cy="26060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" cy="2606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9304"/>
            <a:ext cx="512064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赵凯旋</a:t>
            </a:r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｜模拟与性能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固定时间步、实体模型与配置
· 移动 / 流场寻路 / 弹性碰撞
· 战斗结算、兵种与工程设施
· 命令执行器与模拟合法性
· 存档回放底层与性能基准
· 测试：确定性、碰撞、500v500 长压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1143000"/>
            <a:ext cx="5440680" cy="260604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73152" cy="26060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89304"/>
            <a:ext cx="50749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卞蕴翰</a:t>
            </a:r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｜交互与智能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50749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Pygame 外壳、场景与摄像机
· HUD、菜单、缩略图与教程入口
· 迷雾感知、命令解析与指挥面板
· 本地战略 AI 与难度配置
· 语音/大模型适配与离线降级
· 测试：命令解析、信息泄漏、地图公平</a:t>
            </a:r>
            <a:endParaRPr sz="13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4023360"/>
            <a:ext cx="11155680" cy="201168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06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协作机制</a:t>
            </a:r>
            <a:endParaRPr sz="14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46177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主责模块清晰，避免两人同时改核心文件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公共协议 / 存档格式 / 主循环变更需双方评审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每个内部阶段都产出可运行集成版本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共同负责：玩法规则、公平性审计、跨平台发布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成果与验证：可完整游玩，且有自动化检查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完整对局</a:t>
            </a:r>
            <a:endParaRPr sz="16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 → 对战 → 结算可闭环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337560" y="11430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endParaRPr sz="16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20440" y="17830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单元 / 集成 / 性能 pytest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72200" y="11430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静态检查</a:t>
            </a:r>
            <a:endParaRPr sz="1600" b="1">
              <a:solidFill>
                <a:srgbClr val="D977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ruff + mypy strict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006840" y="1143000"/>
            <a:ext cx="2697480" cy="13716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1325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D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长压</a:t>
            </a:r>
            <a:endParaRPr sz="1600" b="1">
              <a:solidFill>
                <a:srgbClr val="E85D4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89720" y="17830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benchmark_soak 长时间模拟</a:t>
            </a:r>
            <a:endParaRPr sz="12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2788920"/>
            <a:ext cx="11155680" cy="320040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71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可演示路径（建议现场跑一条）</a:t>
            </a:r>
            <a:endParaRPr sz="15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34747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1. 进入默认对称地图，框选初始部队，分化为步兵/工兵/侦察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2. 文字军令：“工兵队在中央架桥”，观察跨度预览与施工进度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3. 右键村庄征兵，底栏训练兵种；编组后下达攻击移动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4. 开启自动作战，再用鼠标手动覆盖，验证人机指令优先级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5. F5 存档 / F9 载入；将领阵亡进入结算统计</a:t>
            </a:r>
            <a:endParaRPr sz="14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总结：做了什么，还差什么</a:t>
            </a:r>
            <a:endParaRPr sz="28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5486400" cy="24688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73152" cy="24688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930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我们完成的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千人级独立模拟与对战闭环
· 自然语言指挥 + 离线兜底
· 永久迷雾与信息隔离 AI
· 桥/船/塔工程 · 存档回放结算
· 双平台打包 · 测试与静态检查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114300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73152" cy="2468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89304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不足与后续</a:t>
            </a:r>
            <a:endParaRPr sz="14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5074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教程与数值平衡仍需试玩
· 语音在无麦克风环境验证不足
· 默认地图美术与多机型性能复测
· 经济/联机/剧情明确不进本期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3886200"/>
            <a:ext cx="11155680" cy="2148840"/>
          </a:xfrm>
          <a:prstGeom prst="roundRect">
            <a:avLst>
              <a:gd name="adj" fmla="val 8000"/>
            </a:avLst>
          </a:prstGeom>
          <a:solidFill>
            <a:srgbClr val="1B2A42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14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B82F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一句话总结</a:t>
            </a:r>
            <a:endParaRPr sz="1300" b="1">
              <a:solidFill>
                <a:srgbClr val="3B82F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4526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我们交付的不是“按钮很多的 RTS”，而是一套可验证、可离线、可复盘的指挥官式对战原型。</a:t>
            </a:r>
            <a:endParaRPr sz="1600" b="0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5120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下一步优先：教程打磨 → 平衡试玩 → 多机型性能复测 → 发布验收。</a:t>
            </a:r>
            <a:endParaRPr sz="14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5577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感谢各位老师指导。</a:t>
            </a:r>
            <a:endParaRPr sz="14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8EE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感谢聆听</a:t>
            </a:r>
            <a:endParaRPr sz="4000" b="1">
              <a:solidFill>
                <a:srgbClr val="E8EE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30175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指挥官战术对抗 · 小组作业答辩</a:t>
            </a:r>
            <a:endParaRPr sz="18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欢迎老师提问 · 演示 / 架构 / 公平性 / 性能均可展开</a:t>
            </a:r>
            <a:endParaRPr sz="1400" b="0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6446520"/>
            <a:ext cx="11155680" cy="1270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小组作业答辩 · 指挥官战术对抗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B9B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/ 13</a:t>
            </a:r>
            <a:endParaRPr sz="1000" b="0">
              <a:solidFill>
                <a:srgbClr val="8B9B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3430</Words>
  <Application>WPS 演示</Application>
  <PresentationFormat>On-screen Show (4:3)</PresentationFormat>
  <Paragraphs>381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super卞卞卞</cp:lastModifiedBy>
  <cp:revision>2</cp:revision>
  <dcterms:created xsi:type="dcterms:W3CDTF">2013-01-27T09:14:00Z</dcterms:created>
  <dcterms:modified xsi:type="dcterms:W3CDTF">2026-09-10T15:16:54Z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WM73a7ce90a88511f19d76d7bc1d76d6bc">
    <vt:lpwstr>CWMKuCX5SV1UQL2tw46chOcCHkgHjME0rI0HRBJFFMyFH4dVBmnh2Bbwo/cOPn1ZUe6fzhHtDFD/4IjH68FerVl9w==</vt:lpwstr>
  </property>
  <property fmtid="{D5CDD505-2E9C-101B-9397-08002B2CF9AE}" pid="3" name="ICV">
    <vt:lpwstr>5E43668A37FA413ABAC48A243BABA926_12</vt:lpwstr>
  </property>
  <property fmtid="{D5CDD505-2E9C-101B-9397-08002B2CF9AE}" pid="4" name="KSOProductBuildVer">
    <vt:lpwstr>2052-12.1.0.28505</vt:lpwstr>
  </property>
</Properties>
</file>